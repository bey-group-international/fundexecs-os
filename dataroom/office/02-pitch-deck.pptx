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9A227"/>
                </a:solidFill>
                <a:latin typeface="Georgia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FundExecs OS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5EFDE"/>
                </a:solidFill>
                <a:latin typeface="Calibri"/>
              </a:rPr>
              <a:t>The AI-native operating system for private capital.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5EFDE"/>
                </a:solidFill>
                <a:latin typeface="Calibri"/>
              </a:rPr>
              <a:t>Fifteen AI executives. One system of record. Nothing ships without your approval.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5EFDE"/>
                </a:solidFill>
                <a:latin typeface="Calibri"/>
              </a:rPr>
              <a:t>FundExecs Technologies · Seed round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Private-market operators don't drown in decisions. They drown in the information movement before them.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A typical GP runs on 30+ disconnected tools: DealCloud, Carta, Affinity, Juniper Square, Excel, Notion, Slack, Zapier…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~80% of operator time is spent moving information between them; ~20% on the decisions that create value.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Founder's lived experience: 4+ years advising PE funds and family offices, 3 hours a day sourcing deals that turned out to be smoke and mirrors.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None of these tools share context. None of them get smarter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The work in private markets is executable. Sourcing, screening, underwriting, diligence memos, LP updates, capital calls, waterfall math — these are structured workflows with known inputs and outputs.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Agentic AI can now own these workflows end-to-end. But operators will only delegate if two conditions hold: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Control — nothing reaches an LP, a seller, or a lender without sign-off.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Memory — the work has to compound into a system of record, not evaporate in a chat window.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No incumbent is built for either. That is the opening.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FundExecs OS: one operating system, four hubs, fifteen agents, three graphs.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Four hubs cover the full lifecycle: Build (identity, thesis, brand) → Source (LP + deal pipeline, capital partners) → Run (diligence, underwriting, stress tests) → Execute (closing, capital events, asset management, reporting, exit).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Fifteen AI agents organized as an executive team, coordinated by Earn, the orchestrator: state an objective in plain language, get an ordered multi-agent plan, approve it, and receive durable deliverables — IC memos, pro formas, risk reports, LP updates.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Three native graphs — Relationship, Deal, Capital — every workflow enriches who-knows-whom, deal state, and capital intelligence.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Demo line: "Source multifamily targets in Texas under $50M" → Earn plans it → agents execute → deliverables and a pipeline deal appear in the Command Center.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The trust architecture (why operators adopt)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Approval-gated by default. Autonomous by choice. Auditable always.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The sacred loop: prompt → plan → approve → execute → deliver → record.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Tiered gate layer: no action reaches a counterparty without sign-off.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Automations: save an instruction once; trusted automations run unattended on schedule — the operator opts in to autonomy, never gets bypassed by default.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Every run leaves typed, provenance-tracked artifacts; org-scoped row-level security on every table; full audit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What's built (this is code, not a concept)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✅ Full Postgres/Supabase schema — 66+ versioned migrations, RLS everywhere, multi-tenant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✅ Live Claude-powered planning + execution loop with deterministic fallback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✅ Fifteen-agent catalog with per-agent knowledge bases and operator-feedback learning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✅ Artifacts as first-class records; completed workflows seed Deals and Assets automatically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✅ Capital Map (relationship temperature, thesis fit, warm-intro pathfinding)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✅ Unified Inbox, data room, investor portal, valuations, outreach sequences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✅ Scheduled Automations, team task loop, live billing (plans + credit packs)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🔧 In flight: three-graph query layer, remaining hub modules, marketplace, 3D agent workspace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Private markets are the largest under-softwared professional vertical.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~$15T global private-market AUM; 18,000+ GPs and 10,000+ family offices worldwide.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Front-to-back software spend for private markets estimated in the $10B+ range and growing double digits — before the AI-labor budget shift.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The real prize: AI agents don't compete for the software budget, they compete for the analyst/associate/IR payroll budget — 10–50x larger per firm.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Beachhead: lower-middle-market GPs, emerging managers, independent sponsors, and family offices — massive in count, underserved by enterprise incumbents priced at $50K–$250K/yr.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(Full sizing: document 10.)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Everyone owns a fragment. Nobody owns the loop.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FundExecs OS is the only AI-native, approval-gated, full-lifecycle OS purpose-built for private-market operators. (Full analysis: document 11.)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4919472"/>
          <a:ext cx="10881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Players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What they are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What they aren't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Deal CRM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DealCloud, Affinity, Dynamo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Pipeline databases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Don't do the work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Fund admin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Carta, Juniper Square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Back-office records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No sourcing, no diligence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AI research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Hebbia, AlphaSense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Document Q&amp;A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No execution, no system of record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Horizontal glue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Notion, Slack, Zapier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Generic tools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No domain model, no compounding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Horizontal agents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Generic AI agent platforms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Broad autonomy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No private-markets domain, no approval-gated trust model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SaaS + usage: per-seat plans with metered agent-execution credits. Live in-product today: Starter / Pro / Scale + credit packs (early-access pricing; institutional repricing as value lands).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Expansion layers: marketplace take-rate, data/API grants, and a specified access-reputation-attestation layer that makes standing and verified outcomes portable — deepening lock-in with every closed deal.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Model dynamics: credits tie revenue to work performed; agents doing more work = revenue expansion without sales touches.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Wedge: capital formation for emerging managers — the moment of maximum pain and budget.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Design partner in-house: BGI Fund I (a $100M lower-middle-market PE platform) runs its raise on FundExecs OS — live proving ground, demanding user, credible case study.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Founder-led sales into the founder's world: LMM GPs, independent sponsors, family offices — reached through capital-formation salons ("The $100M Room" format), advisory networks, and warm paths already mapped in the Capital Map.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Product-led expansion: demo seed + guided tour make the product self-demonstrating; credits create a natural free-to-paid ramp.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(Full plan: document 12.)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Operator-founder — the product is built through the lens of someone who has run deals and LP relationships, with a live fund as the first customer.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Architecture head start — event-driven task engine, artifact provenance, approval gates, and three graphs are foundational here; incumbents must rebuild to match.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Compounding data moat — every workflow enriches the graphs and the org's Brain; switching cost grows with every deliverable.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Trust as product — approval gates + audit trails are what makes fiduciaries adopt AI at 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Sheik Astin Simmons-Bey — Founder. 4+ years running advisory for PE funds and family offices; founder of Bey Group International; architect and operator of the BGI Fund I capital formation program. Built FundExecs OS from schema to shipped agent loop.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•  Hiring with this round: founding full-stack engineers (Next.js/Node), AI engineer (agent orchestration), design partner success lead. (See document 09.)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Financial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Illustrative plan (full model: document 08):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EFDE"/>
                </a:solidFill>
                <a:latin typeface="Calibri"/>
              </a:rPr>
              <a:t>Drivers: institutional pricing tiers, credit expansion as agents take on more of the work, marketplace and data layers from Y3.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5797296"/>
          <a:ext cx="108813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292608">
                <a:tc>
                  <a:txBody>
                    <a:bodyPr/>
                    <a:lstStyle/>
                    <a:p/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Y1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Y2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Y3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Y4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Y5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Customers (orgs)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450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1,900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ARR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$0.1M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$0.9M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$4.1M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$11.9M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$28M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$2.5M seed · 21–24 months runway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Milestones: GA of the four-hub platform → 25+ paying orgs → ~$1M ARR run-rate → Series A position.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521208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Use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120C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Product &amp; engineering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55%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GTM &amp; design-partner success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Founder &amp; ops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2A231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Infrastructure, AI compute, legal/compliance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5EFDE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231C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9A227"/>
                </a:solidFill>
                <a:latin typeface="Georgia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Every tool in private markets was built to solve one problem. FundExecs OS is built to solve the system.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5EFDE"/>
                </a:solidFill>
                <a:latin typeface="Calibri"/>
              </a:rPr>
              <a:t>The firms of the next decade will run on an AI executive team. We're building the operating system they'll run it on.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5EFDE"/>
                </a:solidFill>
                <a:latin typeface="Calibri"/>
              </a:rPr>
              <a:t>sheikastinsimmonsbey@gmail.com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